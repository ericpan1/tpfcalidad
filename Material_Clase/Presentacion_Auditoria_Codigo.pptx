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E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88952" cy="54864"/>
          </a:xfrm>
          <a:prstGeom prst="rect">
            <a:avLst/>
          </a:prstGeom>
          <a:solidFill>
            <a:srgbClr val="6E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C4B5FD"/>
                </a:solidFill>
              </a:rPr>
              <a:t>Plataforma 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</a:rPr>
              <a:t>Auditoria de Codigo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4B5FD"/>
                </a:solidFill>
              </a:rPr>
              <a:t>Analisis inteligente de codigo con IA Generativa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</a:rPr>
              <a:t>Arquitectura de Microservicios  |  Java + Python + Docker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Programacion de Vanguardia  |  UNICABA 2026  |  Ing. Vazquez Alejandro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6E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Que es la Plataforma?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3749039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749039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Los compiladores detectan errores de sintaxis, pero no explican POR QUE el codigo es inseguro o ineficiente ni como mejorarlo.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280160"/>
            <a:ext cx="3749039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749039" cy="594360"/>
          </a:xfrm>
          <a:prstGeom prst="rect">
            <a:avLst/>
          </a:prstGeom>
          <a:solidFill>
            <a:srgbClr val="6E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35331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Solucion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01168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Una plataforma web que usa IA Generativa (LLM) para auditar codigo en tiempo real, como lo haria un Senior Developer experimentado.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280160"/>
            <a:ext cx="3749039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280160"/>
            <a:ext cx="3749039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35331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Resultado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01168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El alumno recibe analisis con problemas de seguridad, sugerencias de refactoring, explicaciones pedagogicas y codigo mejorado.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Stack Tecnologico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234440"/>
            <a:ext cx="3611880" cy="2423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47672"/>
            <a:ext cx="3200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HTML5 + JavaScript
CodeMirror (editor)
Nginx Alpine
Puerto 3000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4178807" y="1234440"/>
            <a:ext cx="3611880" cy="2423160"/>
          </a:xfrm>
          <a:prstGeom prst="rect">
            <a:avLst/>
          </a:prstGeom>
          <a:solidFill>
            <a:srgbClr val="6E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61688" y="13716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Backend Java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1688" y="1947672"/>
            <a:ext cx="3200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Spring Boot 3.5
Spring Security + JWT
Hibernate / JPA
Puerto 8080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7575" y="1234440"/>
            <a:ext cx="3611880" cy="2423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0455" y="13716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Backend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0455" y="1947672"/>
            <a:ext cx="3200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FastAPI + Uvicorn
Anthropic SDK
Google Gemini SDK
Puerto 8000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931920"/>
            <a:ext cx="3611880" cy="2423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0690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Base de Datos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645152"/>
            <a:ext cx="3200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PostgreSQL 15
Tablas: users, audits
Volumen persistente
Puerto 5432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78807" y="3931920"/>
            <a:ext cx="3611880" cy="2423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8" y="40690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Infraestructura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4645152"/>
            <a:ext cx="3200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Docker + Compose
Red interna Docker
Variables en .env
Multi-stage builds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6E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Arquitectura de Microservicios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2743200"/>
            <a:ext cx="1828800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80720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NAVEGADOR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2735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Usuario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2743200"/>
            <a:ext cx="1828800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23160" y="280720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NGINX :3000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32735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2743200"/>
            <a:ext cx="1828800" cy="1005840"/>
          </a:xfrm>
          <a:prstGeom prst="rect">
            <a:avLst/>
          </a:prstGeom>
          <a:solidFill>
            <a:srgbClr val="6E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80720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Spring Boot :8080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2735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Backend Java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4754880"/>
            <a:ext cx="182880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481888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PostgreSQL :5432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528523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Base de Datos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2743200"/>
            <a:ext cx="1828800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280720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FastAPI :8000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32735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Backend Python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0" y="2743200"/>
            <a:ext cx="1828800" cy="1005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280720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Claude / Gemini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04120" y="32735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API de 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3108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</a:rPr>
              <a:t>HTTP 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3108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</a:rPr>
              <a:t>REST+JWT 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108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</a:rPr>
              <a:t>HTTP 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3108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</a:rPr>
              <a:t>HTTPS 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3931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</a:rPr>
              <a:t>JDBC 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594360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</a:rPr>
              <a:t>Todo orquestado con Docker Compose. Un solo comando levanta los 4 servicios.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Funcionalidades Clave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557784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09728" cy="1600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37160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</a:rPr>
              <a:t>Auditoria de Seguridad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892808"/>
            <a:ext cx="5120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Detecta SQL Injection, XSS y vulnerabilidades OWASP con descripcion del riesgo.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81928" y="1234440"/>
            <a:ext cx="557784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81928" y="1234440"/>
            <a:ext cx="109728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37160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</a:rPr>
              <a:t>Refactorizacion Sugerida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892808"/>
            <a:ext cx="5120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Propone codigo optimizado bajo principios de Clean Code y buenas practicas.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17520"/>
            <a:ext cx="557784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017520"/>
            <a:ext cx="109728" cy="1600200"/>
          </a:xfrm>
          <a:prstGeom prst="rect">
            <a:avLst/>
          </a:prstGeom>
          <a:solidFill>
            <a:srgbClr val="6E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154679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</a:rPr>
              <a:t>Explicacion Pedagogica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675887"/>
            <a:ext cx="5120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La IA explica el concepto teorico de cada problema para fomentar el aprendizaje.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81928" y="3017520"/>
            <a:ext cx="557784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81928" y="3017520"/>
            <a:ext cx="109728" cy="1600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154679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</a:rPr>
              <a:t>Soporte Multilenguaje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675887"/>
            <a:ext cx="5120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Analiza Python, Java y JavaScript con editor CodeMirror y resaltado de sintaxis.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800600"/>
            <a:ext cx="557784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800600"/>
            <a:ext cx="109728" cy="1600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493776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</a:rPr>
              <a:t>Autenticacion JWT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5458968"/>
            <a:ext cx="5120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Registro y login de usuarios. Historial privado filtrado por usuario autenticado.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81928" y="4800600"/>
            <a:ext cx="557784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81928" y="4800600"/>
            <a:ext cx="109728" cy="16002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93776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</a:rPr>
              <a:t>Multi-proveedor 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5458968"/>
            <a:ext cx="5120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Compatible con Anthropic Claude y Google Gemini, configurable por variable de entorno.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6E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Flujo de una Auditoria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34440"/>
            <a:ext cx="173736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1737360" cy="6583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234440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93392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</a:rPr>
              <a:t>Usuario
pega codigo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063240"/>
            <a:ext cx="1554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Selecciona lenguaje y hace click en Analizar codigo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93391" y="347472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E44FF"/>
                </a:solidFill>
              </a:rPr>
              <a:t>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12848" y="1234440"/>
            <a:ext cx="173736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12848" y="1234440"/>
            <a:ext cx="1737360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12848" y="1234440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4288" y="1993392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</a:rPr>
              <a:t>Frontend
envia 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4288" y="3063240"/>
            <a:ext cx="1554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POST /api/audits con token JWT en el header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47472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E44FF"/>
                </a:solidFill>
              </a:rPr>
              <a:t>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51376" y="1234440"/>
            <a:ext cx="173736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51376" y="1234440"/>
            <a:ext cx="1737360" cy="658368"/>
          </a:xfrm>
          <a:prstGeom prst="rect">
            <a:avLst/>
          </a:prstGeom>
          <a:solidFill>
            <a:srgbClr val="6E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51376" y="1234440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2816" y="1993392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</a:rPr>
              <a:t>Java valida
y orquesta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2816" y="3063240"/>
            <a:ext cx="1554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Verifica JWT, llama a Python y persiste el resultado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347472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E44FF"/>
                </a:solidFill>
              </a:rPr>
              <a:t>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9904" y="1234440"/>
            <a:ext cx="173736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89904" y="1234440"/>
            <a:ext cx="1737360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9904" y="1234440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1993392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</a:rPr>
              <a:t>Python llama
a la 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1344" y="3063240"/>
            <a:ext cx="1554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Construye prompt y llama a Claude o Gemini via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08975" y="347472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E44FF"/>
                </a:solidFill>
              </a:rPr>
              <a:t>&gt;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28432" y="1234440"/>
            <a:ext cx="173736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28432" y="1234440"/>
            <a:ext cx="1737360" cy="6583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28432" y="1234440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9872" y="1993392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</a:rPr>
              <a:t>IA analiza
el codigo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9872" y="3063240"/>
            <a:ext cx="1554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Devuelve JSON con issues, explicaciones y refactoring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47472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E44FF"/>
                </a:solidFill>
              </a:rPr>
              <a:t>&gt;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66960" y="1234440"/>
            <a:ext cx="173736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966960" y="1234440"/>
            <a:ext cx="1737360" cy="65836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66960" y="1234440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1993392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</a:rPr>
              <a:t>Muestra
resultados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3063240"/>
            <a:ext cx="1554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Severidades con colores y explicaciones expandibles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Desafios Tecnicos y Soluciones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34440"/>
            <a:ext cx="11612880" cy="1207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109728" cy="1207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</a:rPr>
              <a:t>Dependencia circular Spring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0136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Problema: JwtAuthFilter y AppConfig se necesitaban mutuamente al iniciar.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325880"/>
            <a:ext cx="5943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Solucion: Se inyecto JwtAuthFilter como parametro del metodo @Bean en lugar del constructor.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569464"/>
            <a:ext cx="11612880" cy="1207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569464"/>
            <a:ext cx="109728" cy="1207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60904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</a:rPr>
              <a:t>CORS bloqueando preflight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3639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Problema: Spring Security interceptaba OPTIONS antes de llegar al controller.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660904"/>
            <a:ext cx="5943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Solucion: Se configuro CorsConfigurationSource en el filtro y se permitio OPTIONS /** explicitamente.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04487"/>
            <a:ext cx="11612880" cy="1207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904487"/>
            <a:ext cx="109728" cy="1207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995927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</a:rPr>
              <a:t>Endpoint /error sin permiso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471416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Problema: Al producirse un 500 en Python, Spring redirigía a /error que requeria autenticacion.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3995927"/>
            <a:ext cx="5943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Solucion: Se agrego /error a la lista permitAll() en la configuracion de seguridad.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239512"/>
            <a:ext cx="11612880" cy="1207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5239512"/>
            <a:ext cx="109728" cy="1207008"/>
          </a:xfrm>
          <a:prstGeom prst="rect">
            <a:avLst/>
          </a:prstGeom>
          <a:solidFill>
            <a:srgbClr val="6E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330952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</a:rPr>
              <a:t>Modelo de IA no encontrado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8064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Problema: El ID del modelo claude-sonnet-4-20250514 no existia en la API de Anthropic.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5330952"/>
            <a:ext cx="5943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Solucion: Se actualizo al modelo correcto claude-sonnet-4-6 y se aumento max_tokens a 4096.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E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Demo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4B5FD"/>
                </a:solidFill>
              </a:rPr>
              <a:t>Escenario: codigo Python con vulnerabilidad SQL Injection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1.   Registrarse / iniciar sesion en la plataforma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358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2.   Pegar el codigo con vulnerabilidad en el editor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57015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3.   Seleccionar lenguaje Python y hacer click en "Analizar codigo"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7822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4.   Observar el issue CRITICO: SQL Injection detectado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99431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5.   Expandir la explicacion pedagogica de la 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6.   Ver el codigo refactorizado con consultas parametrizadas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418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7.   Revisar el historial de auditorias en el modal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6E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Lecciones Aprendidas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557784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577840" cy="530352"/>
          </a:xfrm>
          <a:prstGeom prst="rect">
            <a:avLst/>
          </a:prstGeom>
          <a:solidFill>
            <a:srgbClr val="6E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Arquitectura Poliglota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92808"/>
            <a:ext cx="521208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</a:rPr>
              <a:t>Combinar JVM y Python es un patron real de la industria. Java aporta robustez empresarial y seguridad; Python domina el ecosistema de IA con sus librerias especializadas.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81928" y="1234440"/>
            <a:ext cx="557784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81928" y="1234440"/>
            <a:ext cx="5577840" cy="5303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131673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Microservicios en practica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8" y="1892808"/>
            <a:ext cx="521208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</a:rPr>
              <a:t>La separacion de responsabilidades facilita el debugging y permite escalar cada servicio de forma independiente. Docker Compose simplifica el despliegue completo.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49039"/>
            <a:ext cx="557784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749039"/>
            <a:ext cx="5577840" cy="5303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31335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Seguridad desde el diseno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07407"/>
            <a:ext cx="521208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</a:rPr>
              <a:t>JWT stateless, CORS configurado en el filtro de seguridad, credenciales en variables de entorno (.env) y nunca en codigo fuente ni en el repositorio.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81928" y="3749039"/>
            <a:ext cx="557784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81928" y="3749039"/>
            <a:ext cx="5577840" cy="5303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8" y="3831335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IA Generativa en produccion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4407407"/>
            <a:ext cx="521208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</a:rPr>
              <a:t>Los LLMs requieren prompts muy estructurados para devolver JSON consistente. El manejo de errores, timeouts, max_tokens y cuotas de API son tan criticos como la logica de negocio.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88952" cy="54864"/>
          </a:xfrm>
          <a:prstGeom prst="rect">
            <a:avLst/>
          </a:prstGeom>
          <a:solidFill>
            <a:srgbClr val="6E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Gracias!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4B5FD"/>
                </a:solidFill>
              </a:rPr>
              <a:t>Plataforma de Auditoria de Codigo con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</a:rPr>
              <a:t>Programacion de Vanguardia  |  UNICABA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</a:rPr>
              <a:t>Ing. Vazquez Alejandro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</a:rPr>
              <a:t>Java Spring Boot  |  Python FastAPI  |  PostgreSQL  |  Docker  |  Claude AI / Gemini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